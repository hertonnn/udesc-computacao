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6372225"/>
            <a:ext cx="5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1 /</a:t>
            </a:r>
            <a:r>
              <a:rPr b="1" lang="en-US" sz="1350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2539990"/>
            <a:ext cx="106605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Indústria de Jogos Digitai</a:t>
            </a:r>
            <a:r>
              <a:rPr b="1" lang="en-US" sz="5700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endParaRPr sz="5700"/>
          </a:p>
        </p:txBody>
      </p:sp>
      <p:sp>
        <p:nvSpPr>
          <p:cNvPr id="87" name="Google Shape;87;p13"/>
          <p:cNvSpPr txBox="1"/>
          <p:nvPr/>
        </p:nvSpPr>
        <p:spPr>
          <a:xfrm>
            <a:off x="971176" y="3574397"/>
            <a:ext cx="764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Panorama de Mercado, Oportunidades e Desafios Globais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38250" y="4611885"/>
            <a:ext cx="3791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Aluno: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Herton da Silveira e Silva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38250" y="5002410"/>
            <a:ext cx="3791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Professor: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Marcelo da Silva Hounsell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5799" y="5399885"/>
            <a:ext cx="2607048" cy="1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6372225"/>
            <a:ext cx="64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2 / 7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628650"/>
            <a:ext cx="38204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Mercado e Faturamento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009900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187,7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486275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Bilhões de US$ (2024)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2590800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indústria de jogos digitais consolidou uma receita bilionária com crescimento anual contínuo de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2,1%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3362325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Estima-se um alcance global de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3,4 bilhões de jogadores ativos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abrangendo quase metade da população mundial.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381750" y="4448175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As projeções de maturidade apontam que o mercado deverá atingir a marca de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US$ 213,3 bilhões até 2027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1827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24000"/>
            <a:ext cx="10668000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6372225"/>
            <a:ext cx="65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3 / 7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628650"/>
            <a:ext cx="45005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Distribuição de Plataformas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295400" y="5810250"/>
            <a:ext cx="96012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 faturamento global divide-se. As plataformas móveis (mobile) dominam praticamente metade da receita, demonstrando a forte capilaridade e acessibilidade dos smartphones na atualidade.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1827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6372225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4 / 7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628650"/>
            <a:ext cx="40205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Remuneração e Emprego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05000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190625" y="1905000"/>
            <a:ext cx="4619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Alta Remuneração: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Salários nos EUA orbitam US$ 100.250 anuais, ultrapassando a marca de US$ 150.000 para perfis seniores especializados.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90625" y="3133725"/>
            <a:ext cx="4619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Resiliência: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Apesar de recentes ajustes estruturais nas gigantes de tecnologia, a empregabilidade se adapta rapidamente.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4362450"/>
            <a:ext cx="46196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Ecossistema Empreendedor: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Fomento contínuo à criação de novos estúdios e startups independentes, como ocorre no forte polo da Finlândia.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943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171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400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31827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81200"/>
            <a:ext cx="51435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81200"/>
            <a:ext cx="51435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62000" y="6372225"/>
            <a:ext cx="89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5 / 7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628650"/>
            <a:ext cx="31403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Perfil e Diversidade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43463" y="321945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Mercado Consumidor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152525" y="3724275"/>
            <a:ext cx="43624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 público consumidor apresenta grande diversidade na atualidade. No Brasil, por exemplo, o público feminino já representa quase a metade dos jogadores ativos, com expressivos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46,2%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do total.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67963" y="321945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Força de Trabalho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77025" y="3724275"/>
            <a:ext cx="43624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Apesar do consumo equalizado, o desenvolvimento técnico ainda busca equidade. Mercados já consolidados, como o da Suécia, apontam que as mulheres ocupam apenas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23,5%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das vagas em estúdios.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5137" y="2400300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9637" y="2400300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31827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762000" y="6372225"/>
            <a:ext cx="78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6 / 7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628650"/>
            <a:ext cx="30503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Impacto Ambiental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1524000"/>
            <a:ext cx="4800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O Desafio da Sustentabilidade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2076450"/>
            <a:ext cx="4572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complexidade na produção de software e o alto consumo elétrico da infraestrutura de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Cloud Gaming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 consoles geram consequências ambientais críticas.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3657600"/>
            <a:ext cx="4572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Estima-se que as emissões da indústria global de games ultrapassem a severa marca de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81 milhões de toneladas de CO₂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anuais, volume comparável ao de pequenos países.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5238750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busca por eficiência energética torna-se o próximo grande desafio vitalício para as empresas de tecnologia.</a:t>
            </a:r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5833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6372225"/>
            <a:ext cx="81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7 / 7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628650"/>
            <a:ext cx="42605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B3F"/>
                </a:solidFill>
                <a:latin typeface="Roboto"/>
                <a:ea typeface="Roboto"/>
                <a:cs typeface="Roboto"/>
                <a:sym typeface="Roboto"/>
              </a:rPr>
              <a:t>Referências Bibliográficas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143000" y="2452687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ABRAGAMES.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 Jogo Muito Além dos Games: Pesquisa da Indústria Brasileira de Games 2023/2024. Associação Brasileira dos Desenvolvedores, 2024.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143000" y="3262312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DATASPELSBRANSCHEN.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Swedish Games Industry 2025: Game Developer Index. Estocolmo, 2025.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143000" y="3786187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FORS, M. et al.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Sustainable Video Game Development - An exploratory literature review. Uppsala University, 2025.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143000" y="4310062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NEOGAMES FINLAND.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Game Industry of Finland: Report 2024. Helsinque, 2025.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143000" y="4833937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NEWZOO.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global games market will generate $187.7 billion in 2024. Newzoo, 2024.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6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95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19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434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67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1827" y="525950"/>
            <a:ext cx="1098173" cy="4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
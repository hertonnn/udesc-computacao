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Urbanist Medium"/>
      <p:regular r:id="rId11"/>
      <p:bold r:id="rId12"/>
      <p:italic r:id="rId13"/>
      <p:boldItalic r:id="rId14"/>
    </p:embeddedFont>
    <p:embeddedFont>
      <p:font typeface="Urbanis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rbanistMedium-regular.fntdata"/><Relationship Id="rId10" Type="http://schemas.openxmlformats.org/officeDocument/2006/relationships/slide" Target="slides/slide5.xml"/><Relationship Id="rId13" Type="http://schemas.openxmlformats.org/officeDocument/2006/relationships/font" Target="fonts/UrbanistMedium-italic.fntdata"/><Relationship Id="rId12" Type="http://schemas.openxmlformats.org/officeDocument/2006/relationships/font" Target="fonts/Urbanist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-regular.fntdata"/><Relationship Id="rId14" Type="http://schemas.openxmlformats.org/officeDocument/2006/relationships/font" Target="fonts/UrbanistMedium-boldItalic.fntdata"/><Relationship Id="rId17" Type="http://schemas.openxmlformats.org/officeDocument/2006/relationships/font" Target="fonts/Urbanist-italic.fntdata"/><Relationship Id="rId16" Type="http://schemas.openxmlformats.org/officeDocument/2006/relationships/font" Target="fonts/Urbanis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Urbanis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0" Type="http://schemas.openxmlformats.org/officeDocument/2006/relationships/image" Target="../media/image12.png"/><Relationship Id="rId9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35605" y="2690812"/>
            <a:ext cx="632079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 que é um </a:t>
            </a:r>
            <a:r>
              <a:rPr b="1" i="0" lang="en-US" sz="6000" u="none" cap="none" strike="noStrik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jogo</a:t>
            </a: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 </a:t>
            </a:r>
            <a:r>
              <a:rPr b="1" i="0" lang="en-US" sz="4125" u="none" cap="none" strike="noStrik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Essência</a:t>
            </a:r>
            <a:r>
              <a:rPr b="1" i="0" lang="en-US" sz="4125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do Lúdico</a:t>
            </a:r>
            <a:endParaRPr/>
          </a:p>
        </p:txBody>
      </p:sp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3357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904875" y="2005012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Um jogo é um sistema interativo governado por regras, onde jogadores buscam alcançar um objetivo mensurável.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04875" y="3186112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Historicamente, jogos servem como simulações, rituais sociais e formas fundamentais de cultura e entretenimento humano.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04875" y="4367212"/>
            <a:ext cx="49530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Desde os antigos jogos de tabuleiro até os complexos mundos virtuais de hoje, o aspecto central permanece o mesmo: o engajamento genuíno através da superação contínua de desafios.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1890712"/>
            <a:ext cx="7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BBF2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071812"/>
            <a:ext cx="7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BBF2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252912"/>
            <a:ext cx="7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BBF2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8919"/>
            <a:ext cx="3492400" cy="3249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308919"/>
            <a:ext cx="3492549" cy="3249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308919"/>
            <a:ext cx="3492400" cy="324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História e os </a:t>
            </a:r>
            <a:r>
              <a:rPr b="1" i="0" lang="en-US" sz="4125" u="none" cap="none" strike="noStrik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Primeiros</a:t>
            </a:r>
            <a:r>
              <a:rPr b="1" i="0" lang="en-US" sz="4125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Jogos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57250" y="3548955"/>
            <a:ext cx="2920900" cy="162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Um dos jogos de tabuleiro mais antigos já descobertos no Antigo Egito. Misturava pura sorte, estratégia cuidadosa e crenças sagradas sobre a vida após a morte.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635400" y="3548955"/>
            <a:ext cx="2921049" cy="162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Muitas vezes considerado o primeiro videogame da história. Usava a tela de um osciloscópio analógico de laboratório para simular fisicamente uma partida de tênis real.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413700" y="3548955"/>
            <a:ext cx="2920900" cy="162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Um dos primeiros jogos digitais interativos de computador. Criado no MIT, estabeleceu as bases lógicas de programação para a bilionária indústria moderna de games.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06650" y="2689919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84950" y="2689919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63101" y="268991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57250" y="2689919"/>
            <a:ext cx="8667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Senet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57250" y="3072705"/>
            <a:ext cx="866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~3100 a.C.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92388" y="2861369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4635400" y="2689919"/>
            <a:ext cx="20288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Tennis for Two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35400" y="3072705"/>
            <a:ext cx="2028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1958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27825" y="2861369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413700" y="2689919"/>
            <a:ext cx="14859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Spacewar!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13700" y="3072705"/>
            <a:ext cx="1485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1962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934551" y="2861369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571500" y="571500"/>
            <a:ext cx="55506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Shadow of the Colossus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2309461"/>
            <a:ext cx="5286300" cy="40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Mais do que um jogo, é uma obra de arte contemplativa lançada em 2005. O jogador embarca em uma jornada solitária para derrotar 16 gigantes </a:t>
            </a:r>
            <a:r>
              <a:rPr lang="en-US" sz="165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colossus 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 salvar um amor perdido.</a:t>
            </a:r>
            <a:endParaRPr b="0" i="0" sz="1650" u="none" cap="none" strike="noStrike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 jogo foi dirigido por Fumito Ueda e desenvolvido em Entretenimento de computador Sony's International Production Studio 1, também conhecido como Team Ico, a mesma equipe de desenvolvimento responsável pelo aclamado título do PlayStation 2 Ico, para o qual o jogo é considerado um sucessor espiritual.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6991350"/>
            <a:ext cx="5286375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Redefiniu o design minimalista, provando definitivamente que o meio interativo pode provocar reflexões existenciais profundas e transmitir uma melancolia puramente visual.</a:t>
            </a:r>
            <a:endParaRPr/>
          </a:p>
        </p:txBody>
      </p:sp>
      <p:pic>
        <p:nvPicPr>
          <p:cNvPr id="130" name="Google Shape;13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5123" y="0"/>
            <a:ext cx="513686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1915477" y="1726852"/>
            <a:ext cx="83610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5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Por fim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333500" y="2907952"/>
            <a:ext cx="9525000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Os jogos evoluíram de antigos passatempos rituais como o Senet para os primeiros pioneiros digitais. Essa evolução incrível culminou em experiências artísticas profundas, imersivas e solitárias como Shadow of the Colossus.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3357562" y="4854773"/>
            <a:ext cx="547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
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90349" y="2390775"/>
            <a:ext cx="1041130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Caracterização de Exergame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38237" y="3590925"/>
            <a:ext cx="99155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Apresentação e análise técnica do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X-Torp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um </a:t>
            </a: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Serious Exergame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para Reabilitação Neurocognitiva.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538412"/>
            <a:ext cx="9525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375660" y="2871787"/>
            <a:ext cx="54406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O que é o X-Torp?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919537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Visão geral, ficha técnica e caracterização fundamental do jogo focado no tratamento de pacientes com declínio cognitivo.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528637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28750"/>
            <a:ext cx="52863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1819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Identificação do Jogo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2419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X-Torp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28479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Gênero: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Ação / Aventura / Exergame Sério.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2766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Desenvolvedores: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Consórcio entre Genious Healthcare, Cobtek Lab, Inria e Innovation Alzheimer (França).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42767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 de Lançamento e Estudo: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Desenvolvido por volta de 2015, com ensaios clínicos robustos validados em artigos recentes (2016 - 2021).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52768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Plataforma: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PC com Microsoft Kinect (Câmera de profundidade).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1819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 e Escopo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24650" y="24193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Público-Alvo: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Idosos saudáveis, pacientes com Transtorno Cognitivo Leve (MCI) ou demências neurodegenerativas (ex: Doença de Alzheimer).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24650" y="34194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Licenciamento: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Solução clínica comercializada via plataforma (MeMo) para instituições de saúde e uso acadêmico.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44196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 de Jogadores: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Single-player (modo terapia) e suporte a Multi-player (estimulação social).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24650" y="51339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Perspectiva Visual: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3ª Pessoa (controle de navios/submarinos).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Ficha Técnica Geral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20478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X-Torp atua primariamente como um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Ambiente Enriquecido (Enriched Environment - EE)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promovendo a neuroplasticidade. Seus principais objetivos médicos incluem: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95325" y="3048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304800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Combater sintomas neuropsiquiátricos, com eficácia clinicamente comprovada na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redução da Apatia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 pacientes com demência.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95325" y="40481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625" y="404812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Promover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LIAA (Light Intensity Aerobic Activity)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estimulando a capacidade cardiorrespiratória em idosos sedentários ou com limitações motoras leves.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95325" y="50482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50482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Treinar habilidades cognitivas como atenção seletiva, visuo-espacialidade, memória de trabalho e flexibilidade cognitiva.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7875"/>
            <a:ext cx="46577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Sério e Clínico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619750" y="2538412"/>
            <a:ext cx="9525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835592" y="2871787"/>
            <a:ext cx="652081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Elementos de Projeto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2762250" y="3919537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Análise da Terminologia: Game Design, Roteiro, Interface In-Game e Avaliação de Desafios.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0187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00187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00187"/>
            <a:ext cx="342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95813" y="25288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Roteiro e Narrativa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66775" y="3586162"/>
            <a:ext cx="283845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jogador assume o comando de um navio (avatar). O objetivo é navegar pelos oceanos, desviar de obstáculos naturais, enfrentar inimigos e concluir pequenas missões, mascarando o exercício físico através da aventura.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070871" y="2528887"/>
            <a:ext cx="2050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Level Design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76775" y="3128962"/>
            <a:ext cx="283845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Estruturado de forma linear e por sessões curtas (fases) para evitar a exaustão física e cognitiva. A divisão em mini-missões garante que o paciente consiga assimilar os comandos gradativamente (Tutorialização clínica).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415813" y="25288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Desafio (Difficulty)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486775" y="3586162"/>
            <a:ext cx="28384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Possui adaptação de dificuldade baseada em biofeedback e no desempenho do jogador. O jogo monitora acertos para aumentar ou diminuir a velocidade, garantindo que o paciente permaneça na zona de fluxo (Flow).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18430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1843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18430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5476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Roteiro e Game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Jogabilidade e Mecânica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71500" y="15240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Dual-Tasking (Dupla Tarefa)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212407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mecânica primária (gameplay) exige processamento motor e cognitivo simultâneos.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2946796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governar o navio, o jogador realiza ações motoras amplas (ex: inclinar o tronco lateralmente para desviar e usar os braços para mirar e atirar nos oponentes).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410467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Ao mesmo tempo, precisa resolver demandas cognitivas, como memorizar rotas, processar alertas na tela e coordenar sua atenção no espaço 3D virtual.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2238375" y="2205037"/>
            <a:ext cx="8143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HUD (Heads-Up Display) Adaptada: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interface gráfica foi co-desenhada com terapeutas. É limpa, com comandos de navegação na parte inferior e mapa/status na parte superior, respeitando a carga visual para idosos e prevenindo sobrecarga sensorial.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2238375" y="3338512"/>
            <a:ext cx="8143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Feedbacks Imediatos: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Quando uma ação (desvio ou tiro) é executada, o sistema fornece reforço positivo instantâneo sonoro e visual. Isso é vital para pacientes com Alzheimer para consolidar a relação de causa-efeito motora.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2238375" y="4471987"/>
            <a:ext cx="8143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Controles Explícitos: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número de ações (inputs) é restrito. Comandos excessivamente complexos foram filtrados na etapa de design para minimizar frustrações ou abandono do jogo.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1932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528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8627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Interface e Feedbacks (In-Game)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6334125" y="19621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e Software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334125" y="25622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X-Torp utiliza o hardware do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Microsoft Kinect™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(ou sensores de profundidade e rastreamento de esqueleto equivalentes) conectado a um PC.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334125" y="3562350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Tipo de atividade capturada: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software capta movimentos amplos do corpo no espaço (Gross Motor Skills), especialmente membros superiores (gestos de apontar/lançar) e transferências de peso do tronco.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334125" y="48482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Não há uso de controles físicos (joysticks), tornando o corpo do paciente o próprio controle (Natural User Interface), ideal para reabilitação motora e acessibilidade geriátrica.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7812" y="2238375"/>
            <a:ext cx="33337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Tecnologia de Captura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507968" y="4143375"/>
            <a:ext cx="266830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2015-2016: Usabilidade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4953000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Avaliações iniciais mostraram que o jogo promove emoções positivas, sem frustração, em pessoas com Demência leve.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3343888" y="16192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Onde foi usado?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3407419" y="2095500"/>
            <a:ext cx="254124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Hospitais, centros de cuidado e clínicas (ex: Nice CHU, França) para estimulação sob supervisão médica (1 mês, 3x semana).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2021: Ensaio Clínico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243339" y="4619625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Avaliação controlada rigorosa (X-TORP Trial) utilizando métodos psiquiátricos, como testes MMSE e inventários.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015728" y="16192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Obtidos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9079259" y="2095500"/>
            <a:ext cx="254124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Sucesso medido: Pacientes no grupo de intervenção mostraram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redução significativa na apatia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 relação ao grupo controle.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Uso, Avaliação e Resultados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0187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1123950" y="5310187"/>
            <a:ext cx="99441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Diferente de jogos de lazer ativos (ex: Kinect Adventures), o X-Torp prioriza o resultado clínico. As mecânicas servem ao propósito de saúde com acompanhamento profissional documentado em literatura indexada, atestando sua classificação como "Serious Game".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5476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Evidência: Por que é um Jogo Sério?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295275" y="228123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Perguntas?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571500" y="3614737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Obrigado pela atenção!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41767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Apresentação Acadêmica - Análise de Exergame Sério.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/>
          <p:nvPr/>
        </p:nvSpPr>
        <p:spPr>
          <a:xfrm>
            <a:off x="1909762" y="2752725"/>
            <a:ext cx="83724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1909762" y="3524250"/>
            <a:ext cx="83724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1909762" y="3514725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1909762" y="3514725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1909762" y="428625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1909762" y="428625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9762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3005137" y="2902743"/>
            <a:ext cx="72771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https://www.frontiersin.org/files/Articles/1085173/xml-images/fnhum-17-1085173-g0001.webp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3005137" y="3136106"/>
            <a:ext cx="727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www.frontiersin.org</a:t>
            </a:r>
            <a:endParaRPr/>
          </a:p>
        </p:txBody>
      </p:sp>
      <p:pic>
        <p:nvPicPr>
          <p:cNvPr descr="image.png" id="239" name="Google Shape;23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9762" y="3667125"/>
            <a:ext cx="12477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3005137" y="3674268"/>
            <a:ext cx="72771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https://www.mdpi.com/futureinternet/futureinternet-17-00522/article_deploy/html/images/futureinternet-17-00522-g003-550.jpg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3005137" y="3907631"/>
            <a:ext cx="727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descr="image.png" id="242" name="Google Shape;24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9762" y="4438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3005137" y="4445793"/>
            <a:ext cx="72771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https://upload.wikimedia.org/wikipedia/commons/f/f6/Xbox-One-Kinect.jpg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3005137" y="4679156"/>
            <a:ext cx="727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